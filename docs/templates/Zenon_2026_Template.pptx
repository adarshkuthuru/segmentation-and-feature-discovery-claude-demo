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7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F46"/>
    <a:srgbClr val="C7A059"/>
    <a:srgbClr val="F5F5F5"/>
    <a:srgbClr val="D4B074"/>
    <a:srgbClr val="E6D6BB"/>
    <a:srgbClr val="1D2D44"/>
    <a:srgbClr val="C8A15A"/>
    <a:srgbClr val="1E2761"/>
    <a:srgbClr val="C75B5B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CE333-6720-9146-A1EC-737ACBB8CE4D}" v="20" dt="2026-04-24T13:52:58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12"/>
    <p:restoredTop sz="70121" autoAdjust="0"/>
  </p:normalViewPr>
  <p:slideViewPr>
    <p:cSldViewPr snapToGrid="0" snapToObjects="1">
      <p:cViewPr varScale="1">
        <p:scale>
          <a:sx n="103" d="100"/>
          <a:sy n="103" d="100"/>
        </p:scale>
        <p:origin x="15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3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3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371600"/>
            <a:ext cx="7772400" cy="138371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[Text]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48640" y="2880360"/>
            <a:ext cx="1097280" cy="54864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[subtext] </a:t>
            </a:r>
            <a:endParaRPr lang="en-US" sz="1400" dirty="0">
              <a:solidFill>
                <a:srgbClr val="C8A15A"/>
              </a:solidFill>
            </a:endParaRPr>
          </a:p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Proprietary and Confidential  |  © 2026 Zenon, LLC. All rights reserved.</a:t>
            </a:r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E9B32-700B-32E6-7722-E148ECAE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"/>
            <a:ext cx="2451854" cy="740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Zenon</a:t>
            </a:r>
            <a:endParaRPr lang="en-US" sz="2600" dirty="0">
              <a:solidFill>
                <a:srgbClr val="1D2D44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914400" cy="36576"/>
          </a:xfrm>
          <a:prstGeom prst="rect">
            <a:avLst/>
          </a:prstGeom>
          <a:solidFill>
            <a:srgbClr val="C7A059"/>
          </a:solidFill>
          <a:ln/>
        </p:spPr>
        <p:txBody>
          <a:bodyPr/>
          <a:lstStyle/>
          <a:p>
            <a:endParaRPr lang="en-US">
              <a:solidFill>
                <a:srgbClr val="D4B074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Zenon, LLC. All rights reserved.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0" y="1051560"/>
            <a:ext cx="137160" cy="32004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53035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 </a:t>
            </a:r>
            <a:endParaRPr lang="en-US" sz="1300" dirty="0">
              <a:solidFill>
                <a:srgbClr val="1D2D44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00800" y="1100000"/>
            <a:ext cx="2377440" cy="460000"/>
          </a:xfrm>
          <a:prstGeom prst="rect">
            <a:avLst/>
          </a:prstGeom>
          <a:solidFill>
            <a:srgbClr val="1D2D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37960" y="1130000"/>
            <a:ext cx="914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B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>
              <a:solidFill>
                <a:srgbClr val="D4B074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52360" y="113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[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Text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1630000"/>
            <a:ext cx="2377440" cy="460000"/>
          </a:xfrm>
          <a:prstGeom prst="rect">
            <a:avLst/>
          </a:prstGeom>
          <a:solidFill>
            <a:srgbClr val="1D2D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1660000"/>
            <a:ext cx="914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A15A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2800" dirty="0">
              <a:solidFill>
                <a:srgbClr val="C8A15A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452360" y="166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[Text]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2160000"/>
            <a:ext cx="2377440" cy="460000"/>
          </a:xfrm>
          <a:prstGeom prst="rect">
            <a:avLst/>
          </a:prstGeom>
          <a:solidFill>
            <a:srgbClr val="1D2D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2190000"/>
            <a:ext cx="914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A15A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2800" dirty="0">
              <a:solidFill>
                <a:srgbClr val="C8A15A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452360" y="219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[Text]</a:t>
            </a:r>
            <a:endParaRPr lang="en-US" sz="1200" dirty="0"/>
          </a:p>
        </p:txBody>
      </p:sp>
      <p:sp>
        <p:nvSpPr>
          <p:cNvPr id="62" name="Text62"/>
          <p:cNvSpPr/>
          <p:nvPr/>
        </p:nvSpPr>
        <p:spPr>
          <a:xfrm>
            <a:off x="7452360" y="272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New York</a:t>
            </a:r>
          </a:p>
        </p:txBody>
      </p:sp>
      <p:sp>
        <p:nvSpPr>
          <p:cNvPr id="65" name="Text65"/>
          <p:cNvSpPr/>
          <p:nvPr/>
        </p:nvSpPr>
        <p:spPr>
          <a:xfrm>
            <a:off x="7452360" y="325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Scientists, Architects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&amp; Delivery</a:t>
            </a:r>
          </a:p>
        </p:txBody>
      </p:sp>
      <p:sp>
        <p:nvSpPr>
          <p:cNvPr id="68" name="Text68"/>
          <p:cNvSpPr/>
          <p:nvPr/>
        </p:nvSpPr>
        <p:spPr>
          <a:xfrm>
            <a:off x="7452360" y="3780000"/>
            <a:ext cx="1188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Global Delivery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851F5B9A-2D05-C0A0-F1C8-695E453876A2}"/>
              </a:ext>
            </a:extLst>
          </p:cNvPr>
          <p:cNvSpPr/>
          <p:nvPr/>
        </p:nvSpPr>
        <p:spPr>
          <a:xfrm>
            <a:off x="548640" y="1536493"/>
            <a:ext cx="53035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 </a:t>
            </a:r>
            <a:endParaRPr lang="en-US" sz="1300" dirty="0">
              <a:solidFill>
                <a:srgbClr val="1D2D44"/>
              </a:solidFill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11A263F-3350-4D6C-5DF1-63B8ED7FA477}"/>
              </a:ext>
            </a:extLst>
          </p:cNvPr>
          <p:cNvSpPr/>
          <p:nvPr/>
        </p:nvSpPr>
        <p:spPr>
          <a:xfrm>
            <a:off x="548640" y="1900000"/>
            <a:ext cx="53035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 </a:t>
            </a:r>
            <a:endParaRPr lang="en-US" sz="1300" dirty="0">
              <a:solidFill>
                <a:srgbClr val="1D2D4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20040" y="914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D44"/>
                </a:solidFill>
                <a:latin typeface="Calibri" pitchFamily="34" charset="0"/>
                <a:cs typeface="Calibri" pitchFamily="34" charset="-120"/>
              </a:rPr>
              <a:t>TOPIC </a:t>
            </a:r>
            <a:endParaRPr lang="en-US" sz="1500" dirty="0">
              <a:solidFill>
                <a:srgbClr val="1D2D4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2D44"/>
                </a:solidFill>
                <a:latin typeface="Calibri" pitchFamily="34" charset="0"/>
                <a:cs typeface="Calibri" pitchFamily="34" charset="-120"/>
              </a:rPr>
              <a:t>Brief description of the topic </a:t>
            </a:r>
            <a:endParaRPr lang="en-US" sz="1000" dirty="0">
              <a:solidFill>
                <a:srgbClr val="1D2D44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27858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658368"/>
            <a:ext cx="50292" cy="1965960"/>
          </a:xfrm>
          <a:prstGeom prst="rect">
            <a:avLst/>
          </a:prstGeom>
          <a:solidFill>
            <a:srgbClr val="C7A05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768096"/>
            <a:ext cx="2648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 </a:t>
            </a:r>
            <a:endParaRPr lang="en-US" sz="1400" dirty="0">
              <a:solidFill>
                <a:srgbClr val="1D2D44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12435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280160"/>
            <a:ext cx="264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TEXT </a:t>
            </a:r>
            <a:endParaRPr lang="en-US" sz="1100" dirty="0">
              <a:solidFill>
                <a:srgbClr val="1D2D44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79064" y="658368"/>
            <a:ext cx="27858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1400" b="1" dirty="0">
                <a:solidFill>
                  <a:srgbClr val="1D2D44"/>
                </a:solidFill>
                <a:latin typeface="Calibri" pitchFamily="34" charset="0"/>
                <a:cs typeface="Calibri" pitchFamily="34" charset="-120"/>
              </a:rPr>
              <a:t>SAMPLE TEXT</a:t>
            </a:r>
            <a:r>
              <a:rPr lang="en-US" b="1" dirty="0">
                <a:solidFill>
                  <a:srgbClr val="1D2D44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dirty="0">
              <a:solidFill>
                <a:srgbClr val="1D2D44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79064" y="658368"/>
            <a:ext cx="50292" cy="1965960"/>
          </a:xfrm>
          <a:prstGeom prst="rect">
            <a:avLst/>
          </a:prstGeom>
          <a:solidFill>
            <a:srgbClr val="C7A05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0504" y="768096"/>
            <a:ext cx="2648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>
              <a:solidFill>
                <a:srgbClr val="1D2D44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0504" y="12435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70504" y="1280160"/>
            <a:ext cx="264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D44"/>
                </a:solidFill>
              </a:rPr>
              <a:t>SUB Text </a:t>
            </a:r>
          </a:p>
        </p:txBody>
      </p:sp>
      <p:sp>
        <p:nvSpPr>
          <p:cNvPr id="19" name="Shape 17"/>
          <p:cNvSpPr/>
          <p:nvPr/>
        </p:nvSpPr>
        <p:spPr>
          <a:xfrm>
            <a:off x="6038088" y="658368"/>
            <a:ext cx="27858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8088" y="658368"/>
            <a:ext cx="50292" cy="1965960"/>
          </a:xfrm>
          <a:prstGeom prst="rect">
            <a:avLst/>
          </a:prstGeom>
          <a:solidFill>
            <a:srgbClr val="C7A059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9528" y="768096"/>
            <a:ext cx="2648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</a:t>
            </a:r>
            <a:endParaRPr lang="en-US" sz="1150" dirty="0">
              <a:solidFill>
                <a:srgbClr val="1D2D44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9528" y="12435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9528" y="1280160"/>
            <a:ext cx="2648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D2D44"/>
                </a:solidFill>
                <a:latin typeface="Calibri" pitchFamily="34" charset="0"/>
                <a:cs typeface="Calibri" pitchFamily="34" charset="-120"/>
              </a:rPr>
              <a:t>SUB TEXT</a:t>
            </a:r>
            <a:endParaRPr lang="en-US" sz="1100" dirty="0">
              <a:solidFill>
                <a:srgbClr val="1D2D44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1480" y="33009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70504" y="33009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29528" y="3300984"/>
            <a:ext cx="2602992" cy="0"/>
          </a:xfrm>
          <a:prstGeom prst="line">
            <a:avLst/>
          </a:prstGeom>
          <a:noFill/>
          <a:ln w="6350">
            <a:solidFill>
              <a:srgbClr val="E2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475FABDB7754F9FF50381C508918F" ma:contentTypeVersion="10" ma:contentTypeDescription="Create a new document." ma:contentTypeScope="" ma:versionID="29148ed48be9ea64df027db204fc1c6e">
  <xsd:schema xmlns:xsd="http://www.w3.org/2001/XMLSchema" xmlns:xs="http://www.w3.org/2001/XMLSchema" xmlns:p="http://schemas.microsoft.com/office/2006/metadata/properties" xmlns:ns2="95b248c1-8001-4b31-82a9-b788a71d9657" targetNamespace="http://schemas.microsoft.com/office/2006/metadata/properties" ma:root="true" ma:fieldsID="a57b09182cebf370c1df8ff2537c6380" ns2:_="">
    <xsd:import namespace="95b248c1-8001-4b31-82a9-b788a71d96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Functions" minOccurs="0"/>
                <xsd:element ref="ns2:Skill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b248c1-8001-4b31-82a9-b788a71d96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Functions" ma:index="16" nillable="true" ma:displayName="Function" ma:default="Others" ma:description="Name of Function" ma:format="Dropdown" ma:internalName="Functions" ma:requiredMultiChoice="true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nalytics"/>
                        <xsd:enumeration value="Software"/>
                        <xsd:enumeration value="Services"/>
                        <xsd:enumeration value="Others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Skills" ma:index="17" ma:displayName="Skills" ma:description="Add multiple Tags to filter profile." ma:format="Dropdown" ma:internalName="Skill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unctions xmlns="95b248c1-8001-4b31-82a9-b788a71d9657">
      <Value>Others</Value>
    </Functions>
    <Skills xmlns="95b248c1-8001-4b31-82a9-b788a71d9657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6D0A70-04C4-4860-ACC3-87918A8C21B2}"/>
</file>

<file path=customXml/itemProps2.xml><?xml version="1.0" encoding="utf-8"?>
<ds:datastoreItem xmlns:ds="http://schemas.openxmlformats.org/officeDocument/2006/customXml" ds:itemID="{463C6CA0-EFE3-4D5F-89D3-100397768F24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http://purl.org/dc/dcmitype/"/>
    <ds:schemaRef ds:uri="0d7b015c-56d7-41df-9266-b742764ba8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7853456-3ee1-4edc-9403-335e2be123a6"/>
  </ds:schemaRefs>
</ds:datastoreItem>
</file>

<file path=customXml/itemProps3.xml><?xml version="1.0" encoding="utf-8"?>
<ds:datastoreItem xmlns:ds="http://schemas.openxmlformats.org/officeDocument/2006/customXml" ds:itemID="{758ED48B-B409-48A1-B1E3-BE86ADC325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82</Words>
  <Application>Microsoft Office PowerPoint</Application>
  <PresentationFormat>On-screen Show (16:9)</PresentationFormat>
  <Paragraphs>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Zenon Overview</dc:title>
  <dc:subject>PptxGenJS Presentation</dc:subject>
  <dc:creator>Zenon, LLC</dc:creator>
  <cp:lastModifiedBy>Pooja Pandey</cp:lastModifiedBy>
  <cp:revision>6</cp:revision>
  <dcterms:created xsi:type="dcterms:W3CDTF">2026-02-18T19:12:28Z</dcterms:created>
  <dcterms:modified xsi:type="dcterms:W3CDTF">2026-04-29T16:15:18Z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0x010100A17475FABDB7754F9FF50381C508918F</vt:lpwstr>
  </property>
  <property fmtid="{D5CDD505-2E9C-101B-9397-08002B2CF9AE}" pid="3" name="MediaServiceImageTags">
    <vt:lpwstr/>
  </property>
</Properties>
</file>