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Direct-Mail Prospect Data — Readiness Review</a:t>
            </a:r>
          </a:p>
          <a:p>
            <a:r>
              <a:rPr sz="2000">
                <a:solidFill>
                  <a:srgbClr val="C9D4E8"/>
                </a:solidFill>
              </a:rPr>
              <a:t>What's in the data, whether it's clean, and what to do before modeling</a:t>
            </a:r>
          </a:p>
          <a:p>
            <a:r>
              <a:rPr sz="1500">
                <a:solidFill>
                  <a:srgbClr val="9AA8C4"/>
                </a:solidFill>
              </a:rPr>
              <a:t>100,000 mailed prospects  •  Prepared for executive review  •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0"/>
                </a:solidFill>
              </a:rPr>
              <a:t>What this data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200" b="0">
                <a:solidFill>
                  <a:srgbClr val="555555"/>
                </a:solidFill>
              </a:rPr>
              <a:t>•  100,000 prospects mailed a direct-mail credit card offer, one row per prospect.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555555"/>
                </a:solidFill>
              </a:rPr>
              <a:t>•  Each row carries the prospect's credit-history snapshot from three credit bureaus, plus income and credit score.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555555"/>
                </a:solidFill>
              </a:rPr>
              <a:t>•  There's no ready-made "did they respond?" column, so we built one: responded = whether the prospect submitted an application.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B03A2E"/>
                </a:solidFill>
              </a:rPr>
              <a:t>•  Only 0.41% of prospects responded, and just 0.084% went on to actually open a card — this is a needle-in-a-haystack problem by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0"/>
                </a:solidFill>
              </a:rPr>
              <a:t>Data health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200" b="1">
                <a:solidFill>
                  <a:srgbClr val="2E8B57"/>
                </a:solidFill>
              </a:rPr>
              <a:t>•  No duplicate records, no broken or mixed-up data types — the file is structurally sound.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B57"/>
                </a:solidFill>
              </a:rPr>
              <a:t>•  Credit scores and other fields fall within sensible ranges — no obvious data-entry errors.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B57"/>
                </a:solidFill>
              </a:rPr>
              <a:t>•  The three mailing waves (Jan, Feb, Mar) are similar in size and response rate — no red flags there.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C88A00"/>
                </a:solidFill>
              </a:rPr>
              <a:t>•  Caution: many credit-history fields are "missing by design" (coded values meaning "no trade on file") rather than truly unknown — we've already translated these correctly.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C88A00"/>
                </a:solidFill>
              </a:rPr>
              <a:t>•  Caution: the three credit bureaus report the same information for most fields — effectively triple-counting the same signal unless simplified.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2D50"/>
                </a:solidFill>
              </a:rPr>
              <a:t>Bottom line: the data is trustworthy, but needs simplification before modeling.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0"/>
                </a:solidFill>
              </a:rPr>
              <a:t>What the data looks like</a:t>
            </a:r>
          </a:p>
        </p:txBody>
      </p:sp>
      <p:pic>
        <p:nvPicPr>
          <p:cNvPr id="3" name="Picture 2" descr="hist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555555"/>
                </a:solidFill>
              </a:rPr>
              <a:t>Credit scores cluster in a normal range; income, balances, and credit activity have a long tail of high-usage prospects.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0"/>
                </a:solidFill>
              </a:rPr>
              <a:t>Response is rare — and that shapes everything downstream</a:t>
            </a:r>
          </a:p>
        </p:txBody>
      </p:sp>
      <p:pic>
        <p:nvPicPr>
          <p:cNvPr id="3" name="Picture 2" descr="target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280160"/>
            <a:ext cx="560070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555555"/>
                </a:solidFill>
              </a:rPr>
              <a:t>Out of 100,000 prospects mailed, 410 responded and only 84 opened a card.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0"/>
                </a:solidFill>
              </a:rPr>
              <a:t>Key relationship in the data</a:t>
            </a:r>
          </a:p>
        </p:txBody>
      </p:sp>
      <p:pic>
        <p:nvPicPr>
          <p:cNvPr id="3" name="Picture 2" descr="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097280"/>
            <a:ext cx="570585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035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>
                <a:solidFill>
                  <a:srgbClr val="555555"/>
                </a:solidFill>
              </a:rPr>
              <a:t>The three credit bureaus (Equifax, Experian, TransUnion) largely say the same thing about each prospect — one bureau's view is usually enough.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D50"/>
                </a:solidFill>
              </a:rPr>
              <a:t>What to address before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2200" b="0">
                <a:solidFill>
                  <a:srgbClr val="555555"/>
                </a:solidFill>
              </a:rPr>
              <a:t>•  Simplify the three-bureau repetition into one clean signal per attribute.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555555"/>
                </a:solidFill>
              </a:rPr>
              <a:t>•  Correctly separate "no credit trade on file" from a true missing value in every credit-history field (already handled in this analysis).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C88A00"/>
                </a:solidFill>
              </a:rPr>
              <a:t>•  Plan the model around the extreme rarity of response — accuracy alone would be misleading; use methods built for rare-event prediction.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555555"/>
                </a:solidFill>
              </a:rPr>
              <a:t>•  Exclude fields that only exist because someone already responded (they would leak the answer into the model).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D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sz="2200">
                <a:solidFill>
                  <a:srgbClr val="E8EEF8"/>
                </a:solidFill>
              </a:rPr>
              <a:t>→  Simplify and clean the credit-bureau fields as outlined, then proceed to a response/booking propensity model.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E8EEF8"/>
                </a:solidFill>
              </a:rPr>
              <a:t>→  Expect a rare-event model — plan evaluation and targeting decisions around lift/ranking, not raw accuracy.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E8EEF8"/>
                </a:solidFill>
              </a:rPr>
              <a:t>→  Loop in the campaign team on whether the small wave-to-wave response differences are worth investigating.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